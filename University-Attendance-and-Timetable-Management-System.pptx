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</p:sldIdLst>
  <p:sldSz cx="14630400" cy="8229600"/>
  <p:notesSz cx="8229600" cy="14630400"/>
  <p:embeddedFontLst>
    <p:embeddedFont>
      <p:font typeface="Corben" panose="020B0604020202020204" charset="0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5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992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University Attendance &amp; Timetable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Presented by: Youssef Shaher Shokry &amp; Nour Eldein Mohamed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591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Problem: Manual Inefficiencies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23636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49710" y="2423636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28924" y="2680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Manual Errors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171349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Universities struggle with manual attendance and timetable systems, leading to frequent errors.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423636"/>
            <a:ext cx="3664863" cy="2456617"/>
          </a:xfrm>
          <a:prstGeom prst="roundRect">
            <a:avLst>
              <a:gd name="adj" fmla="val 5956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141268" y="2423636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20482" y="2680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Schedule Conflicts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20482" y="3171349"/>
            <a:ext cx="30588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of a centralized system causes conflicts in course scheduling and room assignments.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107067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49710" y="510706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28924" y="5364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Slow Reporting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5854779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Missing records and slow reporting hinder administrative efficiency and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60" y="625078"/>
            <a:ext cx="7721679" cy="126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Our Solution: A Centralized Database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1160" y="2199799"/>
            <a:ext cx="772167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designed a database-driven system to streamline university operations.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1160" y="2753558"/>
            <a:ext cx="3759279" cy="2649022"/>
          </a:xfrm>
          <a:prstGeom prst="roundRect">
            <a:avLst>
              <a:gd name="adj" fmla="val 322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21901" y="2964299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541" y="3131939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1901" y="3777020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Centralized Data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21901" y="4216360"/>
            <a:ext cx="3337798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student, instructor, course, and schedule data in one place.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673560" y="2753558"/>
            <a:ext cx="3759279" cy="2649022"/>
          </a:xfrm>
          <a:prstGeom prst="roundRect">
            <a:avLst>
              <a:gd name="adj" fmla="val 322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84301" y="2964299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1941" y="3131939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84301" y="3777020"/>
            <a:ext cx="2929652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Conflict-Free Timetables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4884301" y="4216360"/>
            <a:ext cx="3337798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scheduling ensures organized, conflict-free timetables.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11160" y="5605701"/>
            <a:ext cx="7721679" cy="1998702"/>
          </a:xfrm>
          <a:prstGeom prst="roundRect">
            <a:avLst>
              <a:gd name="adj" fmla="val 427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921901" y="5816441"/>
            <a:ext cx="609600" cy="609600"/>
          </a:xfrm>
          <a:prstGeom prst="roundRect">
            <a:avLst>
              <a:gd name="adj" fmla="val 14998500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9541" y="5984081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1901" y="6629162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Accurate Attendance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921901" y="7068503"/>
            <a:ext cx="7300198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 recording of attendance with quick report generation.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68947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Entities in the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970603" y="2883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Department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6508" y="3142536"/>
            <a:ext cx="339328" cy="339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24442" y="2883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Student</a:t>
            </a:r>
            <a:endParaRPr lang="en-US" sz="2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26" y="3142536"/>
            <a:ext cx="339328" cy="33932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051256" y="4518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Instructor</a:t>
            </a:r>
            <a:endParaRPr lang="en-US" sz="2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3117" y="4526161"/>
            <a:ext cx="339328" cy="33932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824442" y="6153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Course</a:t>
            </a:r>
            <a:endParaRPr lang="en-US" sz="22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44326" y="5909786"/>
            <a:ext cx="339328" cy="33932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970603" y="6153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Schedule</a:t>
            </a:r>
            <a:endParaRPr lang="en-US" sz="22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6508" y="5909786"/>
            <a:ext cx="339328" cy="339328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743789" y="4518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UserAccount</a:t>
            </a:r>
            <a:endParaRPr lang="en-US" sz="22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47717" y="4526161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742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807" y="2408634"/>
            <a:ext cx="5773222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Entities &amp; Their Attributes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52807" y="3296841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Department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52807" y="3701415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department_id (PK)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2807" y="400943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2807" y="4420076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Student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2807" y="4824651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student_id (PK)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2807" y="5132665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first_name, last_name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2807" y="544068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2807" y="5748695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department_id (FK)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2807" y="6159341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Instructor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52807" y="6563916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instructor_id (PK)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2807" y="687193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first_name, last_name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2807" y="7179945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2807" y="748796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department_id (FK)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15463" y="3296841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Course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15463" y="3701415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course_id (PK)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515463" y="400943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course_name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515463" y="4317444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credit_hours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15463" y="4625459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department_id (FK)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515463" y="5036106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Enrollment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515463" y="544068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enrollment_id (PK)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15463" y="5748695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student_id (FK)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15463" y="6056709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course_id (FK)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15463" y="6467356"/>
            <a:ext cx="1974294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Room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7515463" y="687193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room_id (PK)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515463" y="7179945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building, room_number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515463" y="7487960"/>
            <a:ext cx="6569750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capacity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3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2924" y="2322314"/>
            <a:ext cx="5826204" cy="47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Attendance &amp; Scheduling Details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32924" y="3178850"/>
            <a:ext cx="1903571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32924" y="3569018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attendance_id (PK)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32924" y="3865840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class_id (FK)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32924" y="4162663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student_id (FK)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2924" y="4459486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2924" y="4756309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status (Present/Absent/Late)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2924" y="5152192"/>
            <a:ext cx="1903571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Semester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32924" y="5542359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semester_id (PK)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32924" y="5839182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 (e.g., Fall 2025)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2924" y="6136005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start_date, end_date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2924" y="6531888"/>
            <a:ext cx="1903571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Program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32924" y="6922056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program_id (PK)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32924" y="7218878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program_name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32924" y="7515701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degree_type (BSc, MSc)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08558" y="3178850"/>
            <a:ext cx="1903571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Schedule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508558" y="3569018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schedule_id (PK)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08558" y="3865840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offering_id (FK)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08558" y="4162663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room_id (FK)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08558" y="4459486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day_of_week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508558" y="4756309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start_time, end_time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08558" y="5152192"/>
            <a:ext cx="1903571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AttendanceType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508558" y="5542359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type_id (PK)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508558" y="5839182"/>
            <a:ext cx="6596539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type_name (Present, Absent, Late, Excused)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540" y="589359"/>
            <a:ext cx="7575471" cy="628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 Management &amp; Leadership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3540" y="1820466"/>
            <a:ext cx="7736919" cy="2658666"/>
          </a:xfrm>
          <a:prstGeom prst="roundRect">
            <a:avLst>
              <a:gd name="adj" fmla="val 4127"/>
            </a:avLst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03540" y="1797606"/>
            <a:ext cx="7736919" cy="91440"/>
          </a:xfrm>
          <a:prstGeom prst="roundRect">
            <a:avLst>
              <a:gd name="adj" fmla="val 92343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70474" y="1518999"/>
            <a:ext cx="603052" cy="603052"/>
          </a:xfrm>
          <a:prstGeom prst="roundRect">
            <a:avLst>
              <a:gd name="adj" fmla="val 151629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1330" y="1699855"/>
            <a:ext cx="241221" cy="2412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7378" y="2323028"/>
            <a:ext cx="251293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UserAccount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27378" y="2757726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user_id (PK)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927378" y="3149679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username, password_hash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27378" y="3541633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role (student/instructor/admin)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27378" y="3933587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linked_id (student_id or instructor_id)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03540" y="4981575"/>
            <a:ext cx="7736919" cy="2658666"/>
          </a:xfrm>
          <a:prstGeom prst="roundRect">
            <a:avLst>
              <a:gd name="adj" fmla="val 4127"/>
            </a:avLst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03540" y="4958715"/>
            <a:ext cx="7736919" cy="91440"/>
          </a:xfrm>
          <a:prstGeom prst="roundRect">
            <a:avLst>
              <a:gd name="adj" fmla="val 92343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270474" y="4680109"/>
            <a:ext cx="603052" cy="603052"/>
          </a:xfrm>
          <a:prstGeom prst="roundRect">
            <a:avLst>
              <a:gd name="adj" fmla="val 151629"/>
            </a:avLst>
          </a:prstGeom>
          <a:solidFill>
            <a:srgbClr val="4967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1330" y="4860965"/>
            <a:ext cx="241221" cy="2412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7378" y="5484138"/>
            <a:ext cx="251293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DepartmentHead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27378" y="5918835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head_id (PK)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927378" y="6310789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instructor_id (FK)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927378" y="6702742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department_id (FK)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27378" y="7094696"/>
            <a:ext cx="7289244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start_date, end_date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0467"/>
            <a:ext cx="74518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Database Schema Overview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84559"/>
            <a:ext cx="6244709" cy="42527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2184559"/>
            <a:ext cx="6244709" cy="43424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99521" y="678215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811" y="0"/>
            <a:ext cx="623077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584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Advanced Data Operations: Joins &amp; Aggregates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16129"/>
            <a:ext cx="7556421" cy="3354943"/>
          </a:xfrm>
          <a:prstGeom prst="roundRect">
            <a:avLst>
              <a:gd name="adj" fmla="val 284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87810" y="3323749"/>
            <a:ext cx="7541181" cy="1669852"/>
          </a:xfrm>
          <a:prstGeom prst="roundRect">
            <a:avLst>
              <a:gd name="adj" fmla="val 5705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14624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Joins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04098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Supports Inner, Left, Right, and Full Outer Joins for comprehensive data integration.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4993600"/>
            <a:ext cx="7541181" cy="1669852"/>
          </a:xfrm>
          <a:prstGeom prst="rect">
            <a:avLst/>
          </a:prstGeom>
          <a:solidFill>
            <a:srgbClr val="D2D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87810" y="4993600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14624" y="52204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Aggregate Functions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14624" y="571083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SUM, AVG, COUNT, MIN, MAX for powerful data analysis and reporting.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477</Words>
  <Application>Microsoft Office PowerPoint</Application>
  <PresentationFormat>Custom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Corben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youssef shaher</dc:creator>
  <cp:lastModifiedBy>youssef shaher</cp:lastModifiedBy>
  <cp:revision>2</cp:revision>
  <dcterms:created xsi:type="dcterms:W3CDTF">2025-12-13T15:33:18Z</dcterms:created>
  <dcterms:modified xsi:type="dcterms:W3CDTF">2026-05-26T09:27:00Z</dcterms:modified>
</cp:coreProperties>
</file>